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rt_farm_hero_1784564335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AG-EXTENSION AI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Your AI Agronomist on Demand</a:t>
            </a:r>
          </a:p>
          <a:p>
            <a:br/>
            <a:pPr>
              <a:defRPr sz="1400">
                <a:solidFill>
                  <a:srgbClr val="A7F3D0"/>
                </a:solidFill>
              </a:defRPr>
            </a:pPr>
            <a:r>
              <a:t>Giving farmers expert crop advice, instant disease scanning, and fair market prices right on their 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5303520" cy="7315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⚡ Seed Investment Proposal  |  NRC-IRAP R&amp;D Aligned  |  Working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Farmers Face Critical Yield &amp; Information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 : 3,000 Deficit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ADVISOR SHORTAGE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Over 85% of smallholder farmers receive zero expert agronomy advice when crops fall sick.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25% - 30% Yield Loss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CROP DESTRUCTION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Preventable pests and plant diseases destroy up to a third of annual crop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30% Price Penalty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MARKET ASYMMETRY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Without real-time price transparency, farmers are forced to accept depressed buyer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 AI Expert in Every Farmer's Pocket</a:t>
            </a:r>
          </a:p>
        </p:txBody>
      </p:sp>
      <p:pic>
        <p:nvPicPr>
          <p:cNvPr id="5" name="Picture 4" descr="disease_scanner_1784564346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5720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64592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OmniRoute / AIHubMix Engine: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Score-sorted, quota-aware LLM router automatically fails over across models (Gemini 2.0, Claude 3.5, Llama 3.3) on rate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83464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2-Second Leaf Disease Diagnostics: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Snap a photo of an unhealthy crop to receive immediate computer vision diagnosis and treatment advice.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02336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21+ Model Context Protocol (MCP) Tools: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Connects live telemetry from weather forecasts, satellite NDVI indices, and research databases.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21208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Multi-Channel &amp; Low-Bandwidth: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Runs over WhatsApp, SMS, or voice notes — built for rural low-connectivity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PRODUCT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Working Prototype Ready for Field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Functional MVP Built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CORE TECH COMPLETE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Multi-agent engine, 21+ MCP tools, and multi-channel UI fully functional.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Pilot Partner Pipeline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CO-OP PARTNERSHIPS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In active discussions with regional agricultural co-ops for initial field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Target 90%+ Precision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MODEL CALIBRATION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Ongoing calibration against certified plant disease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15,000 Farmer Target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PILOT HORIZON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Capital deployment will scale field testing across 15,000 active farmers in year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HOW WE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Fast &amp; Low-Cost Customer Growth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Co-op Partnerships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TOP-DOWN B2B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Selling to agricultural co-ops who instantly onboard 10,000+ farmers per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Local Supply Stores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STORE KIOSKS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Agro-dealers use our diagnostic kiosks in-store to drive targeted input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WhatsApp Sharing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WORD OF MOUTH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Farmers share voice notes and disease reports in community groups, driving viral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High-Margin Software &amp;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Target Efficiency Benchmarks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LTV / CAC Return Ratio: 26.6x (Target efficiency benchmark)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Gross Profit Margin: 84% (Low AI computing cost per query)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Net Revenue Retention: 125%+ (Projected co-op tier expansion)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Payback Period: &lt; 3 Months per co-op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Revenue Stream Breakdown (%)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1. Co-op Enterprise SaaS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75%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2. Commercial Farm Plans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15%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3. Data Insights API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7%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4. Marketplace Transaction Fees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3% of Total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GROWTH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3-Year ARR Expansion Multipliers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1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1.0x Base Scale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20 Co-ops | 15,000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Establish regional pilot footprint and validate unit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2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6.4x ARR Expansion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110 Co-ops | 120,000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Expand across 3 countries &amp; launch Data Insights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3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25.0x ARR Scale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400 Co-ops | 650,000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Scale nationwide and integrate with agricultural insurers.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MARKET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High-Growth AgTech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TAM Share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100% Market Base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Global Smart Agriculture &amp; Decision Support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SAM Share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27% Addressable Segment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Digital Advisory Services in Emerging &amp; Developing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SOM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3.2% Initial Target Share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Targetable Co-ops and Commercial Farms in initial deployment regions.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Proven Execution &amp; Agronomy Expertise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CEO &amp; Co-Founder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Serial AgTech founder with 10+ years experience building and scaling sales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CTO &amp; Co-Founder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AI Systems Architect specializing in computer vision, multi-agent AI, and smart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Head of Agronomy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Former Director of Agricultural Extension with 15+ years leading field advice teams.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INVESTMENT &amp; NRC-IRAP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We Need Capital &amp; IRAP Innovation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Why We Need Investment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1. Scale R&amp;D &amp; Multi-Agent AI: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Transition working MVP to production-grade distributed edge AI.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2. Expand Co-op Field Pilots: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Fund on-the-ground validation with 50 agricultural co-op partners.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3. High-Skill Talent Acquisition: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Hire specialized AI systems engineers and agronomy field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NRC-IRAP R&amp;D Alignment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OCAP® Indigenous Data Sovereignty: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Tiered consent microservices protecting First Nations data ownership while preserving AI diagnostic utility.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Canadian Regulatory Compliance Engine: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Automated validation against federal (Fertilizers Act) and provincial regulations.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Climate Resilience Adaptation Toolkit: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Downscaling climate models (CCCma) for Canadian agro-climatic zones (Prairie drylands, freeze-thaw cycles).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Non-Dilutive R&amp;D Salary Co-Funding: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IRAP co-funds Canadian AI software engineers, data scientists &amp; Indigenous knowledge specialists creating IP in Canada.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